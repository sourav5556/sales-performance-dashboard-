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5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B5E"/>
                </a:solidFill>
                <a:latin typeface="Arial"/>
              </a:rPr>
              <a:t>Reporting Time Reduction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(Hours/Week)</c:v>
                </c:pt>
              </c:strCache>
            </c:strRef>
          </c:tx>
          <c:spPr>
            <a:solidFill>
              <a:srgbClr val="1A2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2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Dashboard</c:v>
                  </c:pt>
                  <c:pt idx="1">
                    <c:v>After Dashboard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CASE STUDY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SQL  ·  Excel  ·  DAX  ·  Power Query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069080"/>
            <a:ext cx="256032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0965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41148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4069080"/>
            <a:ext cx="256032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0965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97680" y="41148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4069080"/>
            <a:ext cx="256032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0965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32320" y="41148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1A2B5E">
              <a:alpha val="94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an interactive Power BI dashboard to analyze 50,000+ sales transactions, enabling data-driven decision-making for regional performance, revenue trends, and product category insights across the organization.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26517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28163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 was slow, error-prone, and lacked real-time visibility into regional and product performance gaps.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1488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148840"/>
            <a:ext cx="26517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37560" y="28163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Solution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automated ETL pipeline with Power Query and advanced DAX measures to deliver dynamic, self-refreshing dashboards.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1488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148840"/>
            <a:ext cx="26517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72200" y="28163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underperforming regions, enabling stakeholders to make targeted, data-driven strategic recommendations.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11887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 / SQL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1463040"/>
            <a:ext cx="347472" cy="7315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005840"/>
            <a:ext cx="182880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0789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47472" cy="7315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1828800" cy="11887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789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Analytics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347472" cy="7315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1005840"/>
            <a:ext cx="1828800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0789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514600"/>
            <a:ext cx="54864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532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Automation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2807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pulls from multiple raw data sources, applies cleaning rules, and auto-refreshes — eliminating 40% of manual prep work.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54864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767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4041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calculations for YoY growth, moving averages, and customer retention KPIs, replacing static Excel formulas.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2514600"/>
            <a:ext cx="54864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532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2807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 with fact and dimension tables ensuring fast query performance across 50,000+ records.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749040"/>
            <a:ext cx="54864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767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Delivery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28032" y="4041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refresh and role-level security ensure stakeholders access relevant, up-to-date data at all times.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5603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56032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15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Efficiency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05840"/>
            <a:ext cx="25603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115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Processing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65760" y="256032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4572000" y="2560320"/>
            <a:ext cx="4206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70916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Implemented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09160" y="297180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Growth Rate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30/60/90-Day Moving Averages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&amp; Churn Rate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Contribution % of Total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Margin Analysis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visualization of monthly and quarterly revenue with YoY comparison overlays.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54864" cy="11430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Map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13898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breakdown identifying top and underperforming regions with drill-down capability.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31720"/>
            <a:ext cx="54864" cy="11430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423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Insights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71576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profitability, volume, and margin analysis to guide inventory decisions.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31720"/>
            <a:ext cx="54864" cy="1143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2423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Refresh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271576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Power Query refresh ensures dashboards always reflect the latest transaction data.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657600"/>
            <a:ext cx="54864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584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KPI Metrics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04164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averages, retention rates, and growth calculations via custom DAX measures.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57600"/>
            <a:ext cx="54864" cy="11430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9496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Reporting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404164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presented to leadership with underperforming region recommendations.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0058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33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08760" y="1033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78992"/>
            <a:ext cx="3200400" cy="1645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078992"/>
            <a:ext cx="288036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0424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95160" y="10424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dashboards, drill-throughs, RLS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627632"/>
            <a:ext cx="1005840" cy="29260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550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08760" y="16550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1700784"/>
            <a:ext cx="3200400" cy="1645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700784"/>
            <a:ext cx="2720340" cy="1645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6642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95160" y="1664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YoY, moving averages, retention metrics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1005840" cy="29260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76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08760" y="22768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(M)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2322576"/>
            <a:ext cx="3200400" cy="1645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322576"/>
            <a:ext cx="2560320" cy="16459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2860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22860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ingestion, cleaning, automation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871216"/>
            <a:ext cx="100584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8986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508760" y="2898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0" y="2944368"/>
            <a:ext cx="3200400" cy="1645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2944368"/>
            <a:ext cx="240030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9077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29077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and transformation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493008"/>
            <a:ext cx="1005840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520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508760" y="3520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0" y="3566160"/>
            <a:ext cx="3200400" cy="1645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3566160"/>
            <a:ext cx="2560320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5295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95160" y="35295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handling and reporting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114800"/>
            <a:ext cx="1005840" cy="292608"/>
          </a:xfrm>
          <a:prstGeom prst="rect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1422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508760" y="4142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00400" y="4187952"/>
            <a:ext cx="3200400" cy="1645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187952"/>
            <a:ext cx="2720340" cy="164592"/>
          </a:xfrm>
          <a:prstGeom prst="rect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4151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95160" y="41513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presentation of insights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Data-Driven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end-to-end ownership of a business intelligence solution — from raw data ingestion through ETL automation, advanced analytics with DAX, and clear stakeholder communication of actionable insights.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77724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832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015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pipelines that save 40% manual effort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813048"/>
            <a:ext cx="77724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587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87705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DAX analytics driving 25% efficiency gains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88536"/>
            <a:ext cx="77724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342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35254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insights leading to strategic action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Dashboard</dc:title>
  <dc:subject>PptxGenJS Presentation</dc:subject>
  <dc:creator>PptxGenJS</dc:creator>
  <cp:lastModifiedBy>PptxGenJS</cp:lastModifiedBy>
  <cp:revision>1</cp:revision>
  <dcterms:created xsi:type="dcterms:W3CDTF">2026-02-18T04:14:11Z</dcterms:created>
  <dcterms:modified xsi:type="dcterms:W3CDTF">2026-02-18T04:14:11Z</dcterms:modified>
</cp:coreProperties>
</file>